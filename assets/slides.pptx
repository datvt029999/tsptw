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78" r:id="rId3"/>
    <p:sldId id="265" r:id="rId4"/>
    <p:sldId id="275" r:id="rId5"/>
    <p:sldId id="293" r:id="rId6"/>
    <p:sldId id="276" r:id="rId7"/>
    <p:sldId id="294" r:id="rId8"/>
    <p:sldId id="295" r:id="rId9"/>
    <p:sldId id="277" r:id="rId10"/>
    <p:sldId id="279" r:id="rId11"/>
    <p:sldId id="280" r:id="rId12"/>
    <p:sldId id="281" r:id="rId13"/>
    <p:sldId id="283" r:id="rId14"/>
    <p:sldId id="284" r:id="rId15"/>
    <p:sldId id="296" r:id="rId16"/>
    <p:sldId id="285" r:id="rId17"/>
    <p:sldId id="286" r:id="rId18"/>
    <p:sldId id="287" r:id="rId19"/>
    <p:sldId id="297" r:id="rId20"/>
    <p:sldId id="290" r:id="rId21"/>
    <p:sldId id="289" r:id="rId22"/>
    <p:sldId id="288" r:id="rId23"/>
    <p:sldId id="291" r:id="rId24"/>
    <p:sldId id="292" r:id="rId25"/>
    <p:sldId id="26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83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5100" dirty="0"/>
              <a:t>BÁO CÁO BÀI TẬP LỚN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Học </a:t>
            </a:r>
            <a:r>
              <a:rPr lang="en-US" sz="2800" dirty="0" err="1"/>
              <a:t>phần</a:t>
            </a:r>
            <a:r>
              <a:rPr lang="en-US" sz="400" dirty="0"/>
              <a:t> </a:t>
            </a:r>
            <a:r>
              <a:rPr lang="en-US" sz="2800" dirty="0"/>
              <a:t>:</a:t>
            </a:r>
            <a:r>
              <a:rPr lang="en-US" sz="2800" b="0" dirty="0"/>
              <a:t>      </a:t>
            </a:r>
            <a:r>
              <a:rPr lang="en-US" sz="2000" b="0" dirty="0"/>
              <a:t> </a:t>
            </a:r>
            <a:r>
              <a:rPr lang="en-US" sz="2800" b="0" dirty="0" err="1"/>
              <a:t>Tối</a:t>
            </a:r>
            <a:r>
              <a:rPr lang="en-US" sz="2800" b="0" dirty="0"/>
              <a:t> </a:t>
            </a:r>
            <a:r>
              <a:rPr lang="en-US" sz="2800" b="0" dirty="0" err="1"/>
              <a:t>ưu</a:t>
            </a:r>
            <a:r>
              <a:rPr lang="en-US" sz="2800" b="0" dirty="0"/>
              <a:t> </a:t>
            </a:r>
            <a:r>
              <a:rPr lang="en-US" sz="2800" b="0" dirty="0" err="1"/>
              <a:t>lập</a:t>
            </a:r>
            <a:r>
              <a:rPr lang="en-US" sz="2800" b="0" dirty="0"/>
              <a:t> </a:t>
            </a:r>
            <a:r>
              <a:rPr lang="en-US" sz="2800" b="0" dirty="0" err="1"/>
              <a:t>kế</a:t>
            </a:r>
            <a:r>
              <a:rPr lang="en-US" sz="2800" b="0" dirty="0"/>
              <a:t> </a:t>
            </a:r>
            <a:r>
              <a:rPr lang="en-US" sz="2800" b="0" dirty="0" err="1"/>
              <a:t>hoạch</a:t>
            </a:r>
            <a:endParaRPr lang="en-US" sz="2800" b="0" dirty="0"/>
          </a:p>
          <a:p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:</a:t>
            </a:r>
            <a:r>
              <a:rPr lang="en-US" sz="2800" b="0" dirty="0"/>
              <a:t> IT4663</a:t>
            </a:r>
          </a:p>
          <a:p>
            <a:r>
              <a:rPr lang="en-US" sz="2800" dirty="0" err="1"/>
              <a:t>Nhóm</a:t>
            </a:r>
            <a:r>
              <a:rPr lang="en-US" sz="2800" dirty="0"/>
              <a:t>:</a:t>
            </a:r>
            <a:r>
              <a:rPr lang="en-US" sz="2800" b="0" dirty="0"/>
              <a:t>            </a:t>
            </a:r>
            <a:r>
              <a:rPr lang="en-US" sz="2000" b="0" dirty="0"/>
              <a:t> </a:t>
            </a:r>
            <a:r>
              <a:rPr lang="en-US" sz="2800" b="0" dirty="0"/>
              <a:t>8</a:t>
            </a:r>
          </a:p>
          <a:p>
            <a:r>
              <a:rPr lang="en-US" sz="2800" dirty="0" err="1"/>
              <a:t>Chủ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:</a:t>
            </a:r>
            <a:r>
              <a:rPr lang="en-US" sz="2800" b="0" dirty="0"/>
              <a:t>           12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6A1C-BFB8-C236-912B-7D76B5EF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A6274E-89B2-85E7-9CE1-C4DB05B4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B23E53-C3B1-E557-3436-19002C497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THỐNG KÊ CÔNG VIỆC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7FB0-F063-4D5D-8E06-1B22F62E9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Vũ Tiến Đạt: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8960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TỔNG QUAN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71500" indent="-571500" algn="just">
              <a:buFont typeface="+mj-lt"/>
              <a:buAutoNum type="romanUcPeriod"/>
            </a:pPr>
            <a:r>
              <a:rPr lang="en-US" dirty="0"/>
              <a:t>PHÁT BIỂU BÀI TOÁN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dirty="0"/>
              <a:t>CÁC PHƯƠNG PHÁP GIẢI CHÍNH XÁC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dirty="0"/>
              <a:t>MÔ HÌNH HÓA BÀI TOÁN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dirty="0"/>
              <a:t>CÁC PHƯƠNG PHÁP THAM LAM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dirty="0"/>
              <a:t>CÁC PHƯƠNG PHÁP TÌM KIẾM CỤC BỘ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dirty="0"/>
              <a:t>KẾT QUẢ THỰC NGHIỆM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FD2E5-6CE8-AA03-CC97-8BC919D4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B7A59-D551-667F-7698-1DD3A62BE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9E285F-35B6-C18F-37DC-9B1934E4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/>
            </a:pPr>
            <a:r>
              <a:rPr lang="en-US" dirty="0"/>
              <a:t>PHÁT BIỂU BÀI TOÁN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8BA0017-B7A9-6180-9798-358D9369F8C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Người </a:t>
                </a:r>
                <a:r>
                  <a:rPr lang="vi-VN" dirty="0"/>
                  <a:t>giao hàng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vi-VN" dirty="0"/>
                  <a:t> kho (điểm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dirty="0"/>
                  <a:t>) và cần giao hàng cho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dirty="0"/>
                  <a:t> khách hàng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dirty="0"/>
                  <a:t>.</a:t>
                </a:r>
              </a:p>
              <a:p>
                <a:pPr algn="just"/>
                <a:r>
                  <a:rPr lang="vi-VN" dirty="0"/>
                  <a:t>Khách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yêu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vi-VN" dirty="0"/>
                  <a:t> giao hàng trong khoảng thời gian từ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dirty="0"/>
                  <a:t> đến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dirty="0"/>
                  <a:t> và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vi-VN" dirty="0"/>
                  <a:t> giao hàng </a:t>
                </a:r>
                <a:r>
                  <a:rPr lang="en-US" dirty="0" err="1"/>
                  <a:t>cần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dirty="0"/>
                  <a:t> đơn vị thời gian.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r>
                  <a:rPr lang="vi-VN" dirty="0"/>
                  <a:t> </a:t>
                </a:r>
                <a:r>
                  <a:rPr lang="en-US" dirty="0"/>
                  <a:t>T</a:t>
                </a:r>
                <a:r>
                  <a:rPr lang="vi-VN" dirty="0"/>
                  <a:t>hời gian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</a:t>
                </a:r>
                <a:endParaRPr lang="vi-VN" dirty="0"/>
              </a:p>
              <a:p>
                <a:pPr algn="just"/>
                <a:r>
                  <a:rPr lang="en-US" dirty="0" err="1"/>
                  <a:t>Tìm</a:t>
                </a:r>
                <a:r>
                  <a:rPr lang="vi-VN" dirty="0"/>
                  <a:t> lộ trình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vi-VN" dirty="0"/>
                  <a:t> </a:t>
                </a:r>
                <a:r>
                  <a:rPr lang="en-US" dirty="0" err="1"/>
                  <a:t>để</a:t>
                </a:r>
                <a:r>
                  <a:rPr lang="vi-VN" dirty="0"/>
                  <a:t> tổng thời gian di chuyển</a:t>
                </a:r>
                <a:r>
                  <a:rPr lang="en-US" dirty="0"/>
                  <a:t> (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quay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 </a:t>
                </a:r>
                <a:r>
                  <a:rPr lang="en-US" dirty="0" err="1"/>
                  <a:t>xong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khách)</a:t>
                </a:r>
                <a:r>
                  <a:rPr lang="vi-VN" dirty="0"/>
                  <a:t> là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vi-VN" dirty="0"/>
                  <a:t>nhất.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8BA0017-B7A9-6180-9798-358D9369F8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66" t="-2138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8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19D9-270D-60BC-EC91-830C6A4F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063960-122B-8F62-EC66-5738631C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9237A1-BB64-389E-832A-50B391AE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2"/>
            </a:pPr>
            <a:r>
              <a:rPr lang="en-US" dirty="0"/>
              <a:t>CÁC PHƯƠNG PHÁP GIẢI CHÍNH XÁC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981328F-D0EF-1878-46BB-8ED8C0D220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Quay </a:t>
                </a:r>
                <a:r>
                  <a:rPr lang="en-US" b="1" dirty="0" err="1"/>
                  <a:t>lui</a:t>
                </a:r>
                <a:r>
                  <a:rPr lang="en-US" b="1" dirty="0"/>
                  <a:t> </a:t>
                </a:r>
                <a:r>
                  <a:rPr lang="en-US" b="1" dirty="0" err="1"/>
                  <a:t>kết</a:t>
                </a:r>
                <a:r>
                  <a:rPr lang="en-US" b="1" dirty="0"/>
                  <a:t> </a:t>
                </a:r>
                <a:r>
                  <a:rPr lang="en-US" b="1" dirty="0" err="1"/>
                  <a:t>hợp</a:t>
                </a:r>
                <a:r>
                  <a:rPr lang="en-US" b="1" dirty="0"/>
                  <a:t> </a:t>
                </a:r>
                <a:r>
                  <a:rPr lang="en-US" b="1" dirty="0" err="1"/>
                  <a:t>nhánh</a:t>
                </a:r>
                <a:r>
                  <a:rPr lang="en-US" b="1" dirty="0"/>
                  <a:t> </a:t>
                </a:r>
                <a:r>
                  <a:rPr lang="en-US" b="1" dirty="0" err="1"/>
                  <a:t>cận</a:t>
                </a:r>
                <a:endParaRPr lang="en-US" b="1" dirty="0"/>
              </a:p>
              <a:p>
                <a:pPr algn="just"/>
                <a:r>
                  <a:rPr lang="en-US" dirty="0" err="1"/>
                  <a:t>Xây</a:t>
                </a:r>
                <a:r>
                  <a:rPr lang="en-US" dirty="0"/>
                  <a:t> </a:t>
                </a:r>
                <a:r>
                  <a:rPr lang="en-US" dirty="0" err="1"/>
                  <a:t>dựng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phận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còn</a:t>
                </a:r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 err="1"/>
                  <a:t>ràng</a:t>
                </a:r>
                <a:r>
                  <a:rPr lang="en-US" dirty="0"/>
                  <a:t> </a:t>
                </a:r>
                <a:r>
                  <a:rPr lang="en-US" dirty="0" err="1"/>
                  <a:t>buộc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sổ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dirty="0" err="1"/>
                  <a:t>Nhánh</a:t>
                </a:r>
                <a:r>
                  <a:rPr lang="en-US" dirty="0"/>
                  <a:t> </a:t>
                </a:r>
                <a:r>
                  <a:rPr lang="en-US" dirty="0" err="1"/>
                  <a:t>cận</a:t>
                </a:r>
                <a:r>
                  <a:rPr lang="en-US" dirty="0"/>
                  <a:t>: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kỳ</a:t>
                </a:r>
                <a:r>
                  <a:rPr lang="en-US" dirty="0"/>
                  <a:t> (</a:t>
                </a:r>
                <a:r>
                  <a:rPr lang="en-US" dirty="0" err="1"/>
                  <a:t>coi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).</a:t>
                </a:r>
              </a:p>
              <a:p>
                <a:pPr algn="just"/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981328F-D0EF-1878-46BB-8ED8C0D22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77" t="-2019" b="-2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761873E-A474-3800-B518-2BF02794E1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2" r="13003"/>
          <a:stretch>
            <a:fillRect/>
          </a:stretch>
        </p:blipFill>
        <p:spPr>
          <a:xfrm>
            <a:off x="4572000" y="1827495"/>
            <a:ext cx="4336923" cy="340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2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983C-4A5F-A8BD-5AC9-6685B78B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141262-282B-1EC0-0B99-4879EC3A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DF841A-C581-6C85-AC75-F1AABB19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2"/>
            </a:pPr>
            <a:r>
              <a:rPr lang="en-US" dirty="0"/>
              <a:t>CÁC PHƯƠNG PHÁP GIẢI CHÍNH XÁC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443BC95-121D-E11D-EA40-646504A393F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2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động</a:t>
                </a:r>
                <a:r>
                  <a:rPr lang="en-US" b="1" dirty="0"/>
                  <a:t>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mặt</a:t>
                </a:r>
                <a:r>
                  <a:rPr lang="en-US" b="1" dirty="0"/>
                  <a:t> </a:t>
                </a:r>
                <a:r>
                  <a:rPr lang="en-US" b="1" dirty="0" err="1"/>
                  <a:t>nạ</a:t>
                </a:r>
                <a:r>
                  <a:rPr lang="en-US" b="1" dirty="0"/>
                  <a:t> bit</a:t>
                </a:r>
              </a:p>
              <a:p>
                <a:pPr marL="514350" indent="-514350" algn="just">
                  <a:buFont typeface="+mj-lt"/>
                  <a:buAutoNum type="alphaLcParenR"/>
                </a:pPr>
                <a:r>
                  <a:rPr lang="en-US" b="1" dirty="0"/>
                  <a:t>Định </a:t>
                </a:r>
                <a:r>
                  <a:rPr lang="en-US" b="1" dirty="0" err="1"/>
                  <a:t>nghĩa</a:t>
                </a:r>
                <a:r>
                  <a:rPr lang="en-US" b="1" dirty="0"/>
                  <a:t> </a:t>
                </a:r>
                <a:r>
                  <a:rPr lang="en-US" b="1" dirty="0" err="1"/>
                  <a:t>biến</a:t>
                </a:r>
                <a:endParaRPr lang="en-US" b="1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cuối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lộ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hiện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di </a:t>
                </a:r>
                <a:r>
                  <a:rPr lang="en-US" dirty="0" err="1"/>
                  <a:t>chuyển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lộ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,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trí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443BC95-121D-E11D-EA40-646504A39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35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E09E-2648-673A-9F8A-130BFC372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DA5C45-E699-0DBF-F558-21BD2DC7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0F0C04-F13A-DB2F-8A09-CE367E5F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2"/>
            </a:pPr>
            <a:r>
              <a:rPr lang="en-US" dirty="0"/>
              <a:t>CÁC PHƯƠNG PHÁP GIẢI CHÍNH XÁC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87A53DD-EDF6-3C9F-87DB-A6EBAB640A2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2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động</a:t>
                </a:r>
                <a:r>
                  <a:rPr lang="en-US" b="1" dirty="0"/>
                  <a:t>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mặt</a:t>
                </a:r>
                <a:r>
                  <a:rPr lang="en-US" b="1" dirty="0"/>
                  <a:t> </a:t>
                </a:r>
                <a:r>
                  <a:rPr lang="en-US" b="1" dirty="0" err="1"/>
                  <a:t>nạ</a:t>
                </a:r>
                <a:r>
                  <a:rPr lang="en-US" b="1" dirty="0"/>
                  <a:t> bit</a:t>
                </a:r>
              </a:p>
              <a:p>
                <a:pPr marL="514350" indent="-514350" algn="just">
                  <a:buFont typeface="+mj-lt"/>
                  <a:buAutoNum type="alphaLcParenR" startAt="2"/>
                </a:pPr>
                <a:r>
                  <a:rPr lang="en-US" b="1" dirty="0"/>
                  <a:t>Công </a:t>
                </a:r>
                <a:r>
                  <a:rPr lang="en-US" b="1" dirty="0" err="1"/>
                  <a:t>thức</a:t>
                </a:r>
                <a:r>
                  <a:rPr lang="en-US" b="1" dirty="0"/>
                  <a:t> </a:t>
                </a:r>
                <a:r>
                  <a:rPr lang="en-US" b="1" dirty="0" err="1"/>
                  <a:t>quy</a:t>
                </a:r>
                <a:r>
                  <a:rPr lang="en-US" b="1" dirty="0"/>
                  <a:t>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động</a:t>
                </a:r>
                <a:endParaRPr lang="en-US" b="1" dirty="0"/>
              </a:p>
              <a:p>
                <a:pPr algn="just"/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trạng</a:t>
                </a:r>
                <a:r>
                  <a:rPr lang="en-US" dirty="0"/>
                  <a:t> </a:t>
                </a:r>
                <a:r>
                  <a:rPr lang="en-US" dirty="0" err="1"/>
                  <a:t>thái</a:t>
                </a:r>
                <a:r>
                  <a:rPr lang="en-US" dirty="0"/>
                  <a:t> ban </a:t>
                </a:r>
                <a:r>
                  <a:rPr lang="en-US" dirty="0" err="1"/>
                  <a:t>đầu</a:t>
                </a:r>
                <a:r>
                  <a:rPr lang="en-US" dirty="0"/>
                  <a:t>:</a:t>
                </a:r>
                <a:endParaRPr lang="en-US" sz="16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ớ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0, 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ượ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ạ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Công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quy</a:t>
                </a:r>
                <a:r>
                  <a:rPr lang="en-US" dirty="0"/>
                  <a:t> </a:t>
                </a:r>
                <a:r>
                  <a:rPr lang="en-US" dirty="0" err="1"/>
                  <a:t>hoạch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5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5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sz="225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25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25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lim>
                                  </m:limLow>
                                </m:fName>
                                <m:e>
                                  <m:r>
                                    <a:rPr lang="en-US" sz="225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2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5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25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5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25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5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25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25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5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2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5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25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ớ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sz="225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25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5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25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p>
                                        <m:sSupPr>
                                          <m:ctrlP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225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25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m:rPr>
                                  <m:nor/>
                                </m:rPr>
                                <a:rPr lang="en-US" sz="225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ng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ượ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sz="2250" i="1">
                                  <a:latin typeface="Cambria Math" panose="02040503050406030204" pitchFamily="18" charset="0"/>
                                </a:rPr>
                                <m:t>ạ</m:t>
                              </m:r>
                              <m:r>
                                <m:rPr>
                                  <m:nor/>
                                </m:rPr>
                                <a:rPr lang="en-US" sz="225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225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50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87A53DD-EDF6-3C9F-87DB-A6EBAB640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5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4282-B7C1-8F47-D4D9-650663DB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65357F-C5BE-BDA6-66A8-A1A81EFC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103F02-1C5E-6C5C-CD87-86B24C54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2"/>
            </a:pPr>
            <a:r>
              <a:rPr lang="en-US" dirty="0"/>
              <a:t>CÁC PHƯƠNG PHÁP GIẢI CHÍNH XÁC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2BFEF82-5B29-531D-EDBD-789FE4DE13E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2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động</a:t>
                </a:r>
                <a:r>
                  <a:rPr lang="en-US" b="1" dirty="0"/>
                  <a:t>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mặt</a:t>
                </a:r>
                <a:r>
                  <a:rPr lang="en-US" b="1" dirty="0"/>
                  <a:t> </a:t>
                </a:r>
                <a:r>
                  <a:rPr lang="en-US" b="1" dirty="0" err="1"/>
                  <a:t>nạ</a:t>
                </a:r>
                <a:r>
                  <a:rPr lang="en-US" b="1" dirty="0"/>
                  <a:t> bit</a:t>
                </a:r>
              </a:p>
              <a:p>
                <a:pPr marL="514350" indent="-514350" algn="just">
                  <a:buFont typeface="+mj-lt"/>
                  <a:buAutoNum type="alphaLcParenR" startAt="2"/>
                </a:pPr>
                <a:r>
                  <a:rPr lang="en-US" b="1" dirty="0"/>
                  <a:t>Công </a:t>
                </a:r>
                <a:r>
                  <a:rPr lang="en-US" b="1" dirty="0" err="1"/>
                  <a:t>thức</a:t>
                </a:r>
                <a:r>
                  <a:rPr lang="en-US" b="1" dirty="0"/>
                  <a:t> </a:t>
                </a:r>
                <a:r>
                  <a:rPr lang="en-US" b="1" dirty="0" err="1"/>
                  <a:t>quy</a:t>
                </a:r>
                <a:r>
                  <a:rPr lang="en-US" b="1" dirty="0"/>
                  <a:t>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động</a:t>
                </a:r>
                <a:endParaRPr lang="en-US" b="1" dirty="0"/>
              </a:p>
              <a:p>
                <a:pPr algn="just"/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1, 2, …,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1, 2, …,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sự</a:t>
                </a:r>
                <a:r>
                  <a:rPr lang="en-US" dirty="0"/>
                  <a:t> </a:t>
                </a:r>
                <a:r>
                  <a:rPr lang="en-US" dirty="0" err="1"/>
                  <a:t>cải</a:t>
                </a:r>
                <a:r>
                  <a:rPr lang="en-US" dirty="0"/>
                  <a:t> </a:t>
                </a:r>
                <a:r>
                  <a:rPr lang="en-US" dirty="0" err="1"/>
                  <a:t>thiện</a:t>
                </a:r>
                <a:r>
                  <a:rPr lang="en-US" dirty="0"/>
                  <a:t> so </a:t>
                </a:r>
                <a:r>
                  <a:rPr lang="en-US" dirty="0" err="1"/>
                  <a:t>với</a:t>
                </a:r>
                <a:r>
                  <a:rPr lang="en-US" dirty="0"/>
                  <a:t> quay </a:t>
                </a:r>
                <a:r>
                  <a:rPr lang="en-US" dirty="0" err="1"/>
                  <a:t>lui</a:t>
                </a:r>
                <a:r>
                  <a:rPr lang="en-US" dirty="0"/>
                  <a:t> </a:t>
                </a:r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nhánh</a:t>
                </a:r>
                <a:r>
                  <a:rPr lang="en-US" dirty="0"/>
                  <a:t> </a:t>
                </a:r>
                <a:r>
                  <a:rPr lang="en-US" dirty="0" err="1"/>
                  <a:t>cận</a:t>
                </a:r>
                <a:r>
                  <a:rPr lang="en-US" dirty="0"/>
                  <a:t>. </a:t>
                </a:r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đều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phù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kích</a:t>
                </a:r>
                <a:r>
                  <a:rPr lang="en-US" dirty="0"/>
                  <a:t> </a:t>
                </a:r>
                <a:r>
                  <a:rPr lang="en-US" dirty="0" err="1"/>
                  <a:t>thước</a:t>
                </a:r>
                <a:r>
                  <a:rPr lang="en-US" dirty="0"/>
                  <a:t> </a:t>
                </a:r>
                <a:r>
                  <a:rPr lang="en-US" dirty="0" err="1"/>
                  <a:t>bài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2BFEF82-5B29-531D-EDBD-789FE4DE13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32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92AE-A6DB-5045-7E73-312F5E65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21BF3D-3035-7C1D-44E8-70F37A76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4920B4-9DEC-9832-8932-D2CB274C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3"/>
            </a:pPr>
            <a:r>
              <a:rPr lang="en-US" dirty="0"/>
              <a:t>MÔ HÌNH HÓA BÀI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98B7FF2-8AF1-1DF2-8AB8-B1CA37D5EFE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nguyên</a:t>
                </a:r>
                <a:r>
                  <a:rPr lang="en-US" b="1" dirty="0"/>
                  <a:t> </a:t>
                </a:r>
                <a:r>
                  <a:rPr lang="en-US" b="1" dirty="0" err="1"/>
                  <a:t>tuyến</a:t>
                </a:r>
                <a:r>
                  <a:rPr lang="en-US" b="1" dirty="0"/>
                  <a:t> </a:t>
                </a:r>
                <a:r>
                  <a:rPr lang="en-US" b="1" dirty="0" err="1"/>
                  <a:t>tính</a:t>
                </a:r>
                <a:endParaRPr lang="en-US" b="1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1" dirty="0" err="1"/>
                  <a:t>Biến</a:t>
                </a:r>
                <a:r>
                  <a:rPr lang="en-US" b="1" dirty="0"/>
                  <a:t> </a:t>
                </a:r>
                <a:r>
                  <a:rPr lang="en-US" b="1" dirty="0" err="1"/>
                  <a:t>quyết</a:t>
                </a:r>
                <a:r>
                  <a:rPr lang="en-US" b="1" dirty="0"/>
                  <a:t> </a:t>
                </a:r>
                <a:r>
                  <a:rPr lang="en-US" b="1" dirty="0" err="1"/>
                  <a:t>định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ngược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bắt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98B7FF2-8AF1-1DF2-8AB8-B1CA37D5E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0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7F7DE-1C06-6FAE-9ECC-C4AB150AD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602173-F1BE-4800-6F01-66869378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B3243F-0232-929A-1697-77B0AFE5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3"/>
            </a:pPr>
            <a:r>
              <a:rPr lang="en-US" dirty="0"/>
              <a:t>MÔ HÌNH HÓA BÀI TOÁN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8702A49-D0A0-40E6-83DF-97192D3CE04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nguyên</a:t>
                </a:r>
                <a:r>
                  <a:rPr lang="en-US" b="1" dirty="0"/>
                  <a:t> </a:t>
                </a:r>
                <a:r>
                  <a:rPr lang="en-US" b="1" dirty="0" err="1"/>
                  <a:t>tuyến</a:t>
                </a:r>
                <a:r>
                  <a:rPr lang="en-US" b="1" dirty="0"/>
                  <a:t> </a:t>
                </a:r>
                <a:r>
                  <a:rPr lang="en-US" b="1" dirty="0" err="1"/>
                  <a:t>tính</a:t>
                </a:r>
                <a:endParaRPr lang="en-US" b="1" dirty="0"/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en-US" b="1" dirty="0" err="1"/>
                  <a:t>Ràng</a:t>
                </a:r>
                <a:r>
                  <a:rPr lang="en-US" b="1" dirty="0"/>
                  <a:t> </a:t>
                </a:r>
                <a:r>
                  <a:rPr lang="en-US" b="1" dirty="0" err="1"/>
                  <a:t>buộc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dirty="0" err="1"/>
                  <a:t>Người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khỏi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1, …,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0, 1, …,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\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):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chu </a:t>
                </a:r>
                <a:r>
                  <a:rPr lang="en-US" dirty="0" err="1"/>
                  <a:t>trình</a:t>
                </a:r>
                <a:r>
                  <a:rPr lang="en-US" dirty="0"/>
                  <a:t> con.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8702A49-D0A0-40E6-83DF-97192D3CE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14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28CE-D9C4-CABB-7711-3BA67A3E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CBD82F-10AE-373A-6DAD-4833BD8E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2B71CD-B197-D44C-FD62-5A4F5620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3"/>
            </a:pPr>
            <a:r>
              <a:rPr lang="en-US" dirty="0"/>
              <a:t>MÔ HÌNH HÓA BÀI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831313A-A18C-FCA5-E25D-549D4F31752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nguyên</a:t>
                </a:r>
                <a:r>
                  <a:rPr lang="en-US" b="1" dirty="0"/>
                  <a:t> </a:t>
                </a:r>
                <a:r>
                  <a:rPr lang="en-US" b="1" dirty="0" err="1"/>
                  <a:t>tuyến</a:t>
                </a:r>
                <a:r>
                  <a:rPr lang="en-US" b="1" dirty="0"/>
                  <a:t> </a:t>
                </a:r>
                <a:r>
                  <a:rPr lang="en-US" b="1" dirty="0" err="1"/>
                  <a:t>tính</a:t>
                </a:r>
                <a:endParaRPr lang="en-US" b="1" dirty="0"/>
              </a:p>
              <a:p>
                <a:pPr marL="514350" indent="-514350">
                  <a:buFont typeface="+mj-lt"/>
                  <a:buAutoNum type="alphaLcParenR" startAt="3"/>
                </a:pPr>
                <a:r>
                  <a:rPr lang="en-US" b="1" dirty="0" err="1"/>
                  <a:t>Hàm</a:t>
                </a:r>
                <a:r>
                  <a:rPr lang="en-US" b="1" dirty="0"/>
                  <a:t> </a:t>
                </a:r>
                <a:r>
                  <a:rPr lang="en-US" b="1" dirty="0" err="1"/>
                  <a:t>mục</a:t>
                </a:r>
                <a:r>
                  <a:rPr lang="en-US" b="1" dirty="0"/>
                  <a:t> </a:t>
                </a:r>
                <a:r>
                  <a:rPr lang="en-US" b="1" dirty="0" err="1"/>
                  <a:t>tiêu</a:t>
                </a:r>
                <a:endParaRPr lang="en-US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 1, …,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∈ 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0, 1, …,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831313A-A18C-FCA5-E25D-549D4F317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98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FB177-21CE-7FA6-037E-22445ED1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E48D4C-97DD-EC9C-98E4-F2CB4E53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02EE1-9152-6EF8-2332-79AA7C0C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3"/>
            </a:pPr>
            <a:r>
              <a:rPr lang="en-US" dirty="0"/>
              <a:t>MÔ HÌNH HÓA BÀI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4D081FF3-9F11-EDDC-C159-7A71625AAD7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2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ràng</a:t>
                </a:r>
                <a:r>
                  <a:rPr lang="en-US" b="1" dirty="0"/>
                  <a:t> </a:t>
                </a:r>
                <a:r>
                  <a:rPr lang="en-US" b="1" dirty="0" err="1"/>
                  <a:t>buộc</a:t>
                </a:r>
                <a:endParaRPr lang="en-US" b="1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1" dirty="0" err="1"/>
                  <a:t>Biến</a:t>
                </a:r>
                <a:r>
                  <a:rPr lang="en-US" b="1" dirty="0"/>
                  <a:t> </a:t>
                </a:r>
                <a:r>
                  <a:rPr lang="en-US" b="1" dirty="0" err="1"/>
                  <a:t>quyết</a:t>
                </a:r>
                <a:r>
                  <a:rPr lang="en-US" b="1" dirty="0"/>
                  <a:t> </a:t>
                </a:r>
                <a:r>
                  <a:rPr lang="en-US" b="1" dirty="0" err="1"/>
                  <a:t>định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𝑛𝑒𝑥𝑡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ngược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bắt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en-US" b="1" dirty="0" err="1"/>
                  <a:t>Ràng</a:t>
                </a:r>
                <a:r>
                  <a:rPr lang="en-US" b="1" dirty="0"/>
                  <a:t> </a:t>
                </a:r>
                <a:r>
                  <a:rPr lang="en-US" b="1" dirty="0" err="1"/>
                  <a:t>buộc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dirty="0"/>
                  <a:t>Các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𝑛𝑒𝑥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đôi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AllDifferent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𝑛𝑒𝑥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𝑛𝑒𝑥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…,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𝑛𝑒𝑥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):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</a:t>
                </a:r>
                <a:r>
                  <a:rPr lang="en-US" dirty="0" err="1"/>
                  <a:t>Xử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>
                    <a:latin typeface="Consolas" panose="020B0609020204030204" pitchFamily="49" charset="0"/>
                  </a:rPr>
                  <a:t>OnlyEnforceIf</a:t>
                </a:r>
                <a:r>
                  <a:rPr lang="en-US" dirty="0">
                    <a:latin typeface="Consolas" panose="020B0609020204030204" pitchFamily="49" charset="0"/>
                  </a:rPr>
                  <a:t>()</a:t>
                </a:r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4D081FF3-9F11-EDDC-C159-7A71625AA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b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71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A557-34E8-AE29-7C12-6E97CDD2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1A54F4-0A6F-7CC9-5DD5-2CCA5BA0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66130A-DE90-35B4-1032-8192B7C8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3"/>
            </a:pPr>
            <a:r>
              <a:rPr lang="en-US" dirty="0"/>
              <a:t>MÔ HÌNH HÓA BÀI TOÁN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4DD2689-E177-FC75-7C7C-D364660600C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2"/>
                </a:pPr>
                <a:r>
                  <a:rPr lang="en-US" b="1" dirty="0"/>
                  <a:t>Quy </a:t>
                </a:r>
                <a:r>
                  <a:rPr lang="en-US" b="1" dirty="0" err="1"/>
                  <a:t>hoạch</a:t>
                </a:r>
                <a:r>
                  <a:rPr lang="en-US" b="1" dirty="0"/>
                  <a:t> </a:t>
                </a:r>
                <a:r>
                  <a:rPr lang="en-US" b="1" dirty="0" err="1"/>
                  <a:t>ràng</a:t>
                </a:r>
                <a:r>
                  <a:rPr lang="en-US" b="1" dirty="0"/>
                  <a:t> </a:t>
                </a:r>
                <a:r>
                  <a:rPr lang="en-US" b="1" dirty="0" err="1"/>
                  <a:t>buộc</a:t>
                </a:r>
                <a:endParaRPr lang="en-US" b="1" dirty="0"/>
              </a:p>
              <a:p>
                <a:pPr marL="514350" indent="-514350">
                  <a:buFont typeface="+mj-lt"/>
                  <a:buAutoNum type="alphaLcParenR" startAt="3"/>
                </a:pPr>
                <a:r>
                  <a:rPr lang="en-US" b="1" dirty="0" err="1"/>
                  <a:t>Hàm</a:t>
                </a:r>
                <a:r>
                  <a:rPr lang="en-US" b="1" dirty="0"/>
                  <a:t> </a:t>
                </a:r>
                <a:r>
                  <a:rPr lang="en-US" b="1" dirty="0" err="1"/>
                  <a:t>mục</a:t>
                </a:r>
                <a:r>
                  <a:rPr lang="en-US" b="1" dirty="0"/>
                  <a:t> </a:t>
                </a:r>
                <a:r>
                  <a:rPr lang="en-US" b="1" dirty="0" err="1"/>
                  <a:t>tiêu</a:t>
                </a:r>
                <a:endParaRPr lang="en-US" b="1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𝑛𝑒𝑥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quyết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model.Minimize</a:t>
                </a:r>
                <a:r>
                  <a:rPr lang="en-US" dirty="0">
                    <a:latin typeface="Consolas" panose="020B0609020204030204" pitchFamily="49" charset="0"/>
                  </a:rPr>
                  <a:t>(sum(t[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][next[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]]))</a:t>
                </a:r>
                <a:r>
                  <a:rPr lang="en-US" dirty="0"/>
                  <a:t>.</a:t>
                </a:r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 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phụ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𝑛𝑒𝑥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mục</a:t>
                </a:r>
                <a:r>
                  <a:rPr lang="en-US" dirty="0"/>
                  <a:t> </a:t>
                </a:r>
                <a:r>
                  <a:rPr lang="en-US" dirty="0" err="1"/>
                  <a:t>tiêu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0, 1, …,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4DD2689-E177-FC75-7C7C-D36466060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42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6798-8D0C-E331-9DDB-02EA978D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45DD2-6EF9-485B-FD3A-AD0ED800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F278C4-461C-682A-C720-1DC03607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4"/>
            </a:pPr>
            <a:r>
              <a:rPr lang="en-US" dirty="0"/>
              <a:t>CÁC PHƯƠNG PHÁP THAM LAM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8656FAA-DA7C-D422-1AF8-11736BB1E67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algn="just"/>
                <a:r>
                  <a:rPr lang="en-US" b="1" u="sng" dirty="0"/>
                  <a:t>Cách 1:</a:t>
                </a:r>
                <a:r>
                  <a:rPr lang="en-US" dirty="0"/>
                  <a:t> Trong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,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đảm</a:t>
                </a:r>
                <a:r>
                  <a:rPr lang="en-US" dirty="0"/>
                  <a:t> </a:t>
                </a:r>
                <a:r>
                  <a:rPr lang="en-US" dirty="0" err="1"/>
                  <a:t>bảo</a:t>
                </a:r>
                <a:r>
                  <a:rPr lang="en-US" dirty="0"/>
                  <a:t> </a:t>
                </a:r>
                <a:r>
                  <a:rPr lang="en-US" dirty="0" err="1"/>
                  <a:t>ràng</a:t>
                </a:r>
                <a:r>
                  <a:rPr lang="en-US" dirty="0"/>
                  <a:t> </a:t>
                </a:r>
                <a:r>
                  <a:rPr lang="en-US" dirty="0" err="1"/>
                  <a:t>buộc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sổ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b="1" u="sng" dirty="0" err="1"/>
                  <a:t>Cách</a:t>
                </a:r>
                <a:r>
                  <a:rPr lang="en-US" b="1" u="sng" dirty="0"/>
                  <a:t> 2:</a:t>
                </a:r>
                <a:r>
                  <a:rPr lang="en-US" dirty="0"/>
                  <a:t> Trong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vụ</a:t>
                </a:r>
                <a:r>
                  <a:rPr lang="en-US" dirty="0"/>
                  <a:t>,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đảm</a:t>
                </a:r>
                <a:r>
                  <a:rPr lang="en-US" dirty="0"/>
                  <a:t> </a:t>
                </a:r>
                <a:r>
                  <a:rPr lang="en-US" dirty="0" err="1"/>
                  <a:t>bảo</a:t>
                </a:r>
                <a:r>
                  <a:rPr lang="en-US" dirty="0"/>
                  <a:t> </a:t>
                </a:r>
                <a:r>
                  <a:rPr lang="en-US" dirty="0" err="1"/>
                  <a:t>ràng</a:t>
                </a:r>
                <a:r>
                  <a:rPr lang="en-US" dirty="0"/>
                  <a:t> </a:t>
                </a:r>
                <a:r>
                  <a:rPr lang="en-US" dirty="0" err="1"/>
                  <a:t>buộc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sổ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/>
                  <a:t>(Hai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đều</a:t>
                </a:r>
                <a:r>
                  <a:rPr lang="en-US" dirty="0"/>
                  <a:t> </a:t>
                </a:r>
                <a:r>
                  <a:rPr lang="en-US" dirty="0" err="1"/>
                  <a:t>dừng</a:t>
                </a:r>
                <a:r>
                  <a:rPr lang="en-US" dirty="0"/>
                  <a:t> </a:t>
                </a:r>
                <a:r>
                  <a:rPr lang="en-US" dirty="0" err="1"/>
                  <a:t>lập</a:t>
                </a:r>
                <a:r>
                  <a:rPr lang="en-US" dirty="0"/>
                  <a:t>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còn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nào</a:t>
                </a:r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.)</a:t>
                </a:r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Hai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đủ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đưa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dữ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thống</a:t>
                </a:r>
                <a:r>
                  <a:rPr lang="en-US" dirty="0"/>
                  <a:t> </a:t>
                </a:r>
                <a:r>
                  <a:rPr lang="en-US" dirty="0" err="1"/>
                  <a:t>HUSTack</a:t>
                </a:r>
                <a:r>
                  <a:rPr lang="en-US" dirty="0"/>
                  <a:t>, </a:t>
                </a:r>
                <a:r>
                  <a:rPr lang="en-US" dirty="0" err="1"/>
                  <a:t>nhưng</a:t>
                </a:r>
                <a:r>
                  <a:rPr lang="en-US" dirty="0"/>
                  <a:t>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chắc</a:t>
                </a:r>
                <a:r>
                  <a:rPr lang="en-US" dirty="0"/>
                  <a:t> </a:t>
                </a: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tốt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dữ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 </a:t>
                </a:r>
                <a:r>
                  <a:rPr lang="en-US" dirty="0" err="1"/>
                  <a:t>khó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8656FAA-DA7C-D422-1AF8-11736BB1E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77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614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858B-5255-1100-9CBB-7382FC4F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7DFE8-FF7E-6622-F0BF-9861345F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0B7410-1749-C325-26F6-8319A504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5"/>
            </a:pPr>
            <a:r>
              <a:rPr lang="en-US" dirty="0"/>
              <a:t>CÁC PHƯƠNG PHÁP TÌM KIẾM CỤC BỘ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DB121CA-1B5F-1750-B93C-526D5D69321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Tổng </a:t>
                </a:r>
                <a:r>
                  <a:rPr lang="en-US" b="1" dirty="0" err="1"/>
                  <a:t>quan</a:t>
                </a:r>
                <a:endParaRPr lang="en-US" b="1" dirty="0"/>
              </a:p>
              <a:p>
                <a:pPr marL="514350" indent="-514350" algn="just">
                  <a:buFont typeface="+mj-lt"/>
                  <a:buAutoNum type="alphaLcParenR"/>
                </a:pPr>
                <a:r>
                  <a:rPr lang="en-US" b="1" dirty="0" err="1"/>
                  <a:t>Chiến</a:t>
                </a:r>
                <a:r>
                  <a:rPr lang="en-US" b="1" dirty="0"/>
                  <a:t> </a:t>
                </a:r>
                <a:r>
                  <a:rPr lang="en-US" b="1" dirty="0" err="1"/>
                  <a:t>lược</a:t>
                </a:r>
                <a:r>
                  <a:rPr lang="en-US" b="1" dirty="0"/>
                  <a:t> </a:t>
                </a:r>
                <a:r>
                  <a:rPr lang="en-US" b="1" dirty="0" err="1"/>
                  <a:t>khởi</a:t>
                </a:r>
                <a:r>
                  <a:rPr lang="en-US" b="1" dirty="0"/>
                  <a:t> </a:t>
                </a:r>
                <a:r>
                  <a:rPr lang="en-US" b="1" dirty="0" err="1"/>
                  <a:t>tạo</a:t>
                </a:r>
                <a:r>
                  <a:rPr lang="en-US" b="1" dirty="0"/>
                  <a:t> </a:t>
                </a:r>
                <a:r>
                  <a:rPr lang="en-US" b="1" dirty="0" err="1"/>
                  <a:t>lời</a:t>
                </a:r>
                <a:r>
                  <a:rPr lang="en-US" b="1" dirty="0"/>
                  <a:t> </a:t>
                </a:r>
                <a:r>
                  <a:rPr lang="en-US" b="1" dirty="0" err="1"/>
                  <a:t>giải</a:t>
                </a:r>
                <a:endParaRPr lang="en-US" b="1" dirty="0"/>
              </a:p>
              <a:p>
                <a:pPr algn="just"/>
                <a:r>
                  <a:rPr lang="en-US" b="1" u="sng" dirty="0" err="1"/>
                  <a:t>Cách</a:t>
                </a:r>
                <a:r>
                  <a:rPr lang="en-US" b="1" u="sng" dirty="0"/>
                  <a:t> 1:</a:t>
                </a:r>
                <a:r>
                  <a:rPr lang="en-US" dirty="0"/>
                  <a:t>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b="1" u="sng" dirty="0" err="1"/>
                  <a:t>Cách</a:t>
                </a:r>
                <a:r>
                  <a:rPr lang="en-US" b="1" u="sng" dirty="0"/>
                  <a:t> 2:</a:t>
                </a:r>
                <a:r>
                  <a:rPr lang="en-US" dirty="0"/>
                  <a:t>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/>
                  <a:t>(Hai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đều</a:t>
                </a:r>
                <a:r>
                  <a:rPr lang="en-US" dirty="0"/>
                  <a:t> </a:t>
                </a:r>
                <a:r>
                  <a:rPr lang="en-US" dirty="0" err="1"/>
                  <a:t>tạm</a:t>
                </a:r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qua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kiện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sổ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.)</a:t>
                </a:r>
              </a:p>
              <a:p>
                <a:pPr marL="514350" indent="-514350" algn="just">
                  <a:buFont typeface="+mj-lt"/>
                  <a:buAutoNum type="alphaLcParenR" startAt="2"/>
                </a:pPr>
                <a:r>
                  <a:rPr lang="en-US" b="1" dirty="0" err="1"/>
                  <a:t>Toán</a:t>
                </a:r>
                <a:r>
                  <a:rPr lang="en-US" b="1" dirty="0"/>
                  <a:t> </a:t>
                </a:r>
                <a:r>
                  <a:rPr lang="en-US" b="1" dirty="0" err="1"/>
                  <a:t>tử</a:t>
                </a:r>
                <a:r>
                  <a:rPr lang="en-US" b="1" dirty="0"/>
                  <a:t> </a:t>
                </a:r>
                <a:r>
                  <a:rPr lang="en-US" b="1" dirty="0" err="1"/>
                  <a:t>biến</a:t>
                </a:r>
                <a:r>
                  <a:rPr lang="en-US" b="1" dirty="0"/>
                  <a:t> </a:t>
                </a:r>
                <a:r>
                  <a:rPr lang="en-US" b="1" dirty="0" err="1"/>
                  <a:t>đổi</a:t>
                </a:r>
                <a:r>
                  <a:rPr lang="en-US" b="1" dirty="0"/>
                  <a:t>:</a:t>
                </a:r>
                <a:r>
                  <a:rPr lang="en-US" dirty="0"/>
                  <a:t> Swap, relocate, 2-opt move</a:t>
                </a:r>
              </a:p>
              <a:p>
                <a:pPr marL="514350" indent="-514350" algn="just">
                  <a:buFont typeface="+mj-lt"/>
                  <a:buAutoNum type="alphaLcParenR" startAt="2"/>
                </a:pPr>
                <a:r>
                  <a:rPr lang="en-US" b="1" dirty="0" err="1"/>
                  <a:t>Chất</a:t>
                </a:r>
                <a:r>
                  <a:rPr lang="en-US" b="1" dirty="0"/>
                  <a:t> </a:t>
                </a:r>
                <a:r>
                  <a:rPr lang="en-US" b="1" dirty="0" err="1"/>
                  <a:t>lượng</a:t>
                </a:r>
                <a:r>
                  <a:rPr lang="en-US" b="1" dirty="0"/>
                  <a:t> </a:t>
                </a:r>
                <a:r>
                  <a:rPr lang="en-US" b="1" dirty="0" err="1"/>
                  <a:t>lời</a:t>
                </a:r>
                <a:r>
                  <a:rPr lang="en-US" b="1" dirty="0"/>
                  <a:t> </a:t>
                </a:r>
                <a:r>
                  <a:rPr lang="en-US" b="1" dirty="0" err="1"/>
                  <a:t>giải</a:t>
                </a:r>
                <a:endParaRPr lang="en-US" b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violations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0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fitness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times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violations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DB121CA-1B5F-1750-B93C-526D5D693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77" t="-2019" r="-1477" b="-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259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9D53-A8B8-7DAF-3DB8-D8D4A659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032C6-C57F-BFC7-D903-C249ECA8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A0AA83-FF60-49D6-D48F-E7C7E764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5"/>
            </a:pPr>
            <a:r>
              <a:rPr lang="en-US" dirty="0"/>
              <a:t>CÁC PHƯƠNG PHÁP TÌM KIẾM CỤC BỘ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62782-4E33-3C52-1D66-D5A863A8F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 startAt="2"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leo</a:t>
            </a:r>
            <a:r>
              <a:rPr lang="en-US" b="1" dirty="0"/>
              <a:t> </a:t>
            </a:r>
            <a:r>
              <a:rPr lang="en-US" b="1" dirty="0" err="1"/>
              <a:t>đồi</a:t>
            </a:r>
            <a:r>
              <a:rPr lang="en-US" b="1" dirty="0"/>
              <a:t> (Hill Climbing)</a:t>
            </a:r>
          </a:p>
          <a:p>
            <a:pPr algn="just"/>
            <a:r>
              <a:rPr lang="en-US" dirty="0" err="1"/>
              <a:t>Khám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láng</a:t>
            </a:r>
            <a:r>
              <a:rPr lang="en-US" dirty="0"/>
              <a:t> </a:t>
            </a:r>
            <a:r>
              <a:rPr lang="en-US" dirty="0" err="1"/>
              <a:t>giềng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láng</a:t>
            </a:r>
            <a:r>
              <a:rPr lang="en-US" dirty="0"/>
              <a:t> </a:t>
            </a:r>
            <a:r>
              <a:rPr lang="en-US" dirty="0" err="1"/>
              <a:t>giềng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cũ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láng</a:t>
            </a:r>
            <a:r>
              <a:rPr lang="en-US" dirty="0"/>
              <a:t> </a:t>
            </a:r>
            <a:r>
              <a:rPr lang="en-US" dirty="0" err="1"/>
              <a:t>giềng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: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(first improvement).</a:t>
            </a:r>
          </a:p>
          <a:p>
            <a:pPr algn="just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: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mươi</a:t>
            </a:r>
            <a:r>
              <a:rPr lang="en-US" dirty="0"/>
              <a:t> </a:t>
            </a:r>
            <a:r>
              <a:rPr lang="en-US" dirty="0" err="1"/>
              <a:t>phút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láng</a:t>
            </a:r>
            <a:r>
              <a:rPr lang="en-US" dirty="0"/>
              <a:t> </a:t>
            </a:r>
            <a:r>
              <a:rPr lang="en-US" dirty="0" err="1"/>
              <a:t>giềng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9327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FA9F-8984-E502-7208-CAAB4FF8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A6A517-DC4F-48E0-7FEA-C9B9983B0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208A40-2108-760B-7358-47F5487F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5"/>
            </a:pPr>
            <a:r>
              <a:rPr lang="en-US" dirty="0"/>
              <a:t>CÁC PHƯƠNG PHÁP TÌM KIẾM CỤC BỘ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AA7A0DF-AF24-A1EE-4750-328236470EC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3"/>
                </a:pPr>
                <a:r>
                  <a:rPr lang="en-US" b="1" dirty="0" err="1"/>
                  <a:t>Tìm</a:t>
                </a:r>
                <a:r>
                  <a:rPr lang="en-US" b="1" dirty="0"/>
                  <a:t> </a:t>
                </a:r>
                <a:r>
                  <a:rPr lang="en-US" b="1" dirty="0" err="1"/>
                  <a:t>kiếm</a:t>
                </a:r>
                <a:r>
                  <a:rPr lang="en-US" b="1" dirty="0"/>
                  <a:t> </a:t>
                </a:r>
                <a:r>
                  <a:rPr lang="en-US" b="1" dirty="0" err="1"/>
                  <a:t>mô</a:t>
                </a:r>
                <a:r>
                  <a:rPr lang="en-US" b="1" dirty="0"/>
                  <a:t> </a:t>
                </a:r>
                <a:r>
                  <a:rPr lang="en-US" b="1" dirty="0" err="1"/>
                  <a:t>phỏng</a:t>
                </a:r>
                <a:r>
                  <a:rPr lang="en-US" b="1" dirty="0"/>
                  <a:t> </a:t>
                </a:r>
                <a:r>
                  <a:rPr lang="en-US" b="1" dirty="0" err="1"/>
                  <a:t>quá</a:t>
                </a:r>
                <a:r>
                  <a:rPr lang="en-US" b="1" dirty="0"/>
                  <a:t> </a:t>
                </a:r>
                <a:r>
                  <a:rPr lang="en-US" b="1" dirty="0" err="1"/>
                  <a:t>trình</a:t>
                </a:r>
                <a:r>
                  <a:rPr lang="en-US" b="1" dirty="0"/>
                  <a:t> </a:t>
                </a:r>
                <a:r>
                  <a:rPr lang="en-US" b="1" dirty="0" err="1"/>
                  <a:t>tôi</a:t>
                </a:r>
                <a:r>
                  <a:rPr lang="en-US" b="1" dirty="0"/>
                  <a:t> ủ </a:t>
                </a:r>
                <a:r>
                  <a:rPr lang="en-US" b="1" dirty="0" err="1"/>
                  <a:t>vật</a:t>
                </a:r>
                <a:r>
                  <a:rPr lang="en-US" b="1" dirty="0"/>
                  <a:t> </a:t>
                </a:r>
                <a:r>
                  <a:rPr lang="en-US" b="1" dirty="0" err="1"/>
                  <a:t>liệu</a:t>
                </a:r>
                <a:endParaRPr lang="en-US" b="1" dirty="0"/>
              </a:p>
              <a:p>
                <a:pPr marL="0" indent="0" algn="ctr">
                  <a:buNone/>
                </a:pPr>
                <a:r>
                  <a:rPr lang="en-US" b="1" dirty="0"/>
                  <a:t>(Simulated Annealing)</a:t>
                </a:r>
              </a:p>
              <a:p>
                <a:pPr algn="just"/>
                <a:r>
                  <a:rPr lang="en-US" dirty="0"/>
                  <a:t>Tham </a:t>
                </a:r>
                <a:r>
                  <a:rPr lang="en-US" dirty="0" err="1"/>
                  <a:t>số</a:t>
                </a:r>
                <a:r>
                  <a:rPr lang="en-US" dirty="0"/>
                  <a:t>: </a:t>
                </a:r>
                <a:r>
                  <a:rPr lang="en-US" dirty="0" err="1"/>
                  <a:t>Nhiệt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ban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𝑖𝑛𝑖𝑡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nhiệt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cuối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nguội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Cho </a:t>
                </a:r>
                <a:r>
                  <a:rPr lang="en-US" dirty="0" err="1"/>
                  <a:t>phép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suất</a:t>
                </a:r>
                <a:r>
                  <a:rPr lang="en-US" dirty="0"/>
                  <a:t>,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kiện</a:t>
                </a:r>
                <a:r>
                  <a:rPr lang="en-US" dirty="0"/>
                  <a:t> </a:t>
                </a:r>
                <a:r>
                  <a:rPr lang="en-US" dirty="0" err="1"/>
                  <a:t>bởi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càng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gần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thì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chất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lượng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lời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giải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càng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tốt</a:t>
                </a:r>
                <a:r>
                  <a:rPr lang="en-US" sz="2800" dirty="0"/>
                  <a:t>.</a:t>
                </a:r>
              </a:p>
              <a:p>
                <a:pPr algn="just"/>
                <a:r>
                  <a:rPr lang="en-US" sz="2800" dirty="0" err="1"/>
                  <a:t>Điều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kiện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dừng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AA7A0DF-AF24-A1EE-4750-328236470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66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58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8297-4649-0F61-E645-551B5593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32A07A-4756-640B-5110-0CA9BA83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FDDCB5-A652-BD9D-1246-ED79903C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17741581-8D35-5DD7-3C1B-AB01DB7274A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Cấu </a:t>
                </a:r>
                <a:r>
                  <a:rPr lang="en-US" b="1" dirty="0" err="1"/>
                  <a:t>hình</a:t>
                </a:r>
                <a:r>
                  <a:rPr lang="en-US" b="1" dirty="0"/>
                  <a:t> </a:t>
                </a:r>
                <a:r>
                  <a:rPr lang="en-US" b="1" dirty="0" err="1"/>
                  <a:t>thực</a:t>
                </a:r>
                <a:r>
                  <a:rPr lang="en-US" b="1" dirty="0"/>
                  <a:t> </a:t>
                </a:r>
                <a:r>
                  <a:rPr lang="en-US" b="1" dirty="0" err="1"/>
                  <a:t>nghiệm</a:t>
                </a:r>
                <a:endParaRPr lang="en-US" b="1" dirty="0"/>
              </a:p>
              <a:p>
                <a:pPr marL="514350" indent="-514350" algn="just">
                  <a:buFont typeface="+mj-lt"/>
                  <a:buAutoNum type="alphaLcParenR"/>
                </a:pPr>
                <a:r>
                  <a:rPr lang="en-US" sz="2800" b="1" dirty="0" err="1"/>
                  <a:t>Bộ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dữ</a:t>
                </a:r>
                <a:r>
                  <a:rPr lang="en-US" sz="2800" b="1" dirty="0"/>
                  <a:t> </a:t>
                </a:r>
                <a:r>
                  <a:rPr lang="en-US" sz="2800" b="1" dirty="0" err="1"/>
                  <a:t>liệu</a:t>
                </a:r>
                <a:endParaRPr lang="en-US" sz="2800" b="1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kích</a:t>
                </a:r>
                <a:r>
                  <a:rPr lang="en-US" dirty="0"/>
                  <a:t> </a:t>
                </a:r>
                <a:r>
                  <a:rPr lang="en-US" dirty="0" err="1"/>
                  <a:t>thước</a:t>
                </a:r>
                <a:r>
                  <a:rPr lang="en-US" dirty="0"/>
                  <a:t>: 10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).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dirty="0"/>
                  <a:t> Hai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dữ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:</a:t>
                </a:r>
              </a:p>
              <a:p>
                <a:pPr algn="just"/>
                <a:r>
                  <a:rPr lang="en-US" dirty="0"/>
                  <a:t>Thông </a:t>
                </a:r>
                <a:r>
                  <a:rPr lang="en-US" dirty="0" err="1"/>
                  <a:t>thường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cụm</a:t>
                </a:r>
                <a:r>
                  <a:rPr lang="en-US" dirty="0"/>
                  <a:t>: Chia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cụm</a:t>
                </a:r>
                <a:r>
                  <a:rPr lang="en-US" dirty="0"/>
                  <a:t>,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cụm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so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cụm</a:t>
                </a:r>
                <a:r>
                  <a:rPr lang="en-US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dirty="0"/>
                  <a:t> Các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dữ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sinh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</a:t>
                </a:r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tham</a:t>
                </a:r>
                <a:r>
                  <a:rPr lang="en-US" dirty="0"/>
                  <a:t> lam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lộ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chấp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17741581-8D35-5DD7-3C1B-AB01DB727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 b="-2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282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D07A-CEAD-FFE7-9D99-FA9CC53D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7D0FDA-CD38-0DC5-B21F-D9EFFA5E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32565D-E981-2D71-3F3C-6077F0D6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AD7FC02-11B2-D575-3906-46AC82E8442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:r>
                  <a:rPr lang="en-US" b="1" dirty="0"/>
                  <a:t>Cấu </a:t>
                </a:r>
                <a:r>
                  <a:rPr lang="en-US" b="1" dirty="0" err="1"/>
                  <a:t>hình</a:t>
                </a:r>
                <a:r>
                  <a:rPr lang="en-US" b="1" dirty="0"/>
                  <a:t> </a:t>
                </a:r>
                <a:r>
                  <a:rPr lang="en-US" b="1" dirty="0" err="1"/>
                  <a:t>thực</a:t>
                </a:r>
                <a:r>
                  <a:rPr lang="en-US" b="1" dirty="0"/>
                  <a:t> </a:t>
                </a:r>
                <a:r>
                  <a:rPr lang="en-US" b="1" dirty="0" err="1"/>
                  <a:t>nghiệm</a:t>
                </a:r>
                <a:endParaRPr lang="en-US" b="1" dirty="0"/>
              </a:p>
              <a:p>
                <a:pPr marL="514350" indent="-514350" algn="just">
                  <a:buFont typeface="+mj-lt"/>
                  <a:buAutoNum type="alphaLcParenR" startAt="2"/>
                </a:pPr>
                <a:r>
                  <a:rPr lang="en-US" b="1" dirty="0"/>
                  <a:t>Cài </a:t>
                </a:r>
                <a:r>
                  <a:rPr lang="en-US" b="1" dirty="0" err="1"/>
                  <a:t>đặt</a:t>
                </a:r>
                <a:r>
                  <a:rPr lang="en-US" b="1" dirty="0"/>
                  <a:t> </a:t>
                </a:r>
                <a:r>
                  <a:rPr lang="en-US" b="1" dirty="0" err="1"/>
                  <a:t>tham</a:t>
                </a:r>
                <a:r>
                  <a:rPr lang="en-US" b="1" dirty="0"/>
                  <a:t> </a:t>
                </a:r>
                <a:r>
                  <a:rPr lang="en-US" b="1" dirty="0" err="1"/>
                  <a:t>số</a:t>
                </a:r>
                <a:endParaRPr lang="en-US" b="1" dirty="0"/>
              </a:p>
              <a:p>
                <a:pPr algn="just"/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kiếm</a:t>
                </a:r>
                <a:r>
                  <a:rPr lang="en-US" dirty="0"/>
                  <a:t> </a:t>
                </a:r>
                <a:r>
                  <a:rPr lang="en-US" dirty="0" err="1"/>
                  <a:t>leo</a:t>
                </a:r>
                <a:r>
                  <a:rPr lang="en-US" dirty="0"/>
                  <a:t> </a:t>
                </a:r>
                <a:r>
                  <a:rPr lang="en-US" dirty="0" err="1"/>
                  <a:t>đồi</a:t>
                </a:r>
                <a:r>
                  <a:rPr lang="en-US" dirty="0"/>
                  <a:t>: Hai </a:t>
                </a:r>
                <a:r>
                  <a:rPr lang="en-US" dirty="0" err="1"/>
                  <a:t>mươi</a:t>
                </a:r>
                <a:r>
                  <a:rPr lang="en-US" dirty="0"/>
                  <a:t> </a:t>
                </a:r>
                <a:r>
                  <a:rPr lang="en-US" dirty="0" err="1"/>
                  <a:t>phút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=1000000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phỏng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tôi</a:t>
                </a:r>
                <a:r>
                  <a:rPr lang="en-US" dirty="0"/>
                  <a:t> ủ </a:t>
                </a:r>
                <a:r>
                  <a:rPr lang="en-US" dirty="0" err="1"/>
                  <a:t>vật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=10000000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=0.99995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sz="28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AD7FC02-11B2-D575-3906-46AC82E84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249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9CDE-7477-55CF-FA3D-E34209B9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677F9-4FB6-02B0-0B0B-D2ADABF9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90337C-A89B-B786-DA1D-97943E6C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91997-AB94-15B2-C647-A26F554F3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 startAt="2"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 </a:t>
            </a:r>
            <a:r>
              <a:rPr lang="en-US" b="1" dirty="0" err="1"/>
              <a:t>xác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algn="just"/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(</a:t>
            </a:r>
            <a:r>
              <a:rPr lang="en-US" dirty="0" err="1"/>
              <a:t>mười</a:t>
            </a:r>
            <a:r>
              <a:rPr lang="en-US" dirty="0"/>
              <a:t> </a:t>
            </a:r>
            <a:r>
              <a:rPr lang="en-US" dirty="0" err="1"/>
              <a:t>phút</a:t>
            </a:r>
            <a:r>
              <a:rPr lang="en-US" dirty="0"/>
              <a:t>)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7BB30-1CA9-60AC-9462-12EAE776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42" y="1464816"/>
            <a:ext cx="4678516" cy="301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64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3817-A75C-FFA2-89E7-14344B62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4AAE08-87BA-645A-F7AC-3C5F1E36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CD227C-89C4-07BA-E569-65A61524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4238F-879A-AF31-E667-3175318F5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 startAt="3"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leo</a:t>
            </a:r>
            <a:r>
              <a:rPr lang="en-US" b="1" dirty="0"/>
              <a:t> </a:t>
            </a:r>
            <a:r>
              <a:rPr lang="en-US" b="1" dirty="0" err="1"/>
              <a:t>đồi</a:t>
            </a:r>
            <a:endParaRPr lang="en-US" dirty="0"/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.</a:t>
            </a:r>
          </a:p>
          <a:p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tham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lam.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mắc</a:t>
            </a:r>
            <a:r>
              <a:rPr lang="en-US" dirty="0"/>
              <a:t> </a:t>
            </a:r>
            <a:r>
              <a:rPr lang="en-US" dirty="0" err="1"/>
              <a:t>kẹt</a:t>
            </a:r>
            <a:r>
              <a:rPr lang="en-US" dirty="0"/>
              <a:t> ở </a:t>
            </a:r>
            <a:r>
              <a:rPr lang="en-US" dirty="0" err="1"/>
              <a:t>các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7558B7-6705-4063-D32A-6E9DFE2F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239" y="1379482"/>
            <a:ext cx="4789684" cy="501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62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285E-A2F4-6AA1-769B-E77D9BEC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031-F0B6-5521-152A-62EDAC27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B2E5A5-4E17-F0DB-9038-1A5DFC08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106F3-4A9A-F537-05E7-FBA2B967F5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 startAt="4"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phỏng</a:t>
            </a:r>
            <a:r>
              <a:rPr lang="en-US" b="1" dirty="0"/>
              <a:t> </a:t>
            </a:r>
            <a:r>
              <a:rPr lang="en-US" b="1" dirty="0" err="1"/>
              <a:t>quá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tôi</a:t>
            </a:r>
            <a:r>
              <a:rPr lang="en-US" b="1" dirty="0"/>
              <a:t> ủ </a:t>
            </a:r>
            <a:r>
              <a:rPr lang="en-US" b="1" dirty="0" err="1"/>
              <a:t>vật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dirty="0"/>
          </a:p>
          <a:p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.</a:t>
            </a: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chạy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leo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đồi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3A3BC-390D-0601-151D-98AE205B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17" y="1765337"/>
            <a:ext cx="3946306" cy="46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71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9BE0-5668-013A-1008-2067A939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1FB4E4-51FE-3A43-D57F-2673C23F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2FEA8F-642D-EA45-494F-C5CA6AA9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8EF5B-6D2D-F379-2844-9F2F91FF91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 startAt="5"/>
            </a:pPr>
            <a:r>
              <a:rPr lang="en-US" b="1" dirty="0" err="1"/>
              <a:t>Mức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góp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lời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Ba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Trong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tôi</a:t>
            </a:r>
            <a:r>
              <a:rPr lang="en-US" dirty="0"/>
              <a:t> ủ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0E12E0-5557-09F3-59D7-A5730CDDA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20427"/>
            <a:ext cx="4173209" cy="2608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A34B7-27B6-2658-1DFF-DB0763773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91" y="1420427"/>
            <a:ext cx="4173209" cy="26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2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91C7A-92F1-F00D-D2CA-DDB72760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65A30-0E58-538A-D452-20168DD7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101442-8ED6-C0EF-C061-26D74BF5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+mj-lt"/>
              <a:buAutoNum type="romanUcPeriod" startAt="6"/>
            </a:pPr>
            <a:r>
              <a:rPr lang="en-US" dirty="0"/>
              <a:t>KẾT QUẢ THỰC NGHIỆM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E23B75A-DDFD-7C31-8DD5-1F955284AAA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 startAt="6"/>
                </a:pPr>
                <a:r>
                  <a:rPr lang="en-US" b="1" dirty="0" err="1"/>
                  <a:t>Thống</a:t>
                </a:r>
                <a:r>
                  <a:rPr lang="en-US" b="1" dirty="0"/>
                  <a:t> </a:t>
                </a:r>
                <a:r>
                  <a:rPr lang="en-US" b="1" dirty="0" err="1"/>
                  <a:t>kê</a:t>
                </a:r>
                <a:r>
                  <a:rPr lang="en-US" b="1" dirty="0"/>
                  <a:t> </a:t>
                </a:r>
                <a:r>
                  <a:rPr lang="en-US" b="1" dirty="0" err="1"/>
                  <a:t>về</a:t>
                </a:r>
                <a:r>
                  <a:rPr lang="en-US" b="1" dirty="0"/>
                  <a:t> </a:t>
                </a:r>
                <a:r>
                  <a:rPr lang="en-US" b="1" dirty="0" err="1"/>
                  <a:t>các</a:t>
                </a:r>
                <a:r>
                  <a:rPr lang="en-US" b="1" dirty="0"/>
                  <a:t> </a:t>
                </a:r>
                <a:r>
                  <a:rPr lang="en-US" b="1" dirty="0" err="1"/>
                  <a:t>bước</a:t>
                </a:r>
                <a:r>
                  <a:rPr lang="en-US" b="1" dirty="0"/>
                  <a:t> </a:t>
                </a:r>
                <a:r>
                  <a:rPr lang="en-US" b="1" dirty="0" err="1"/>
                  <a:t>lặp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thuật</a:t>
                </a:r>
                <a:r>
                  <a:rPr lang="en-US" b="1" dirty="0"/>
                  <a:t> </a:t>
                </a:r>
                <a:r>
                  <a:rPr lang="en-US" b="1" dirty="0" err="1"/>
                  <a:t>toán</a:t>
                </a:r>
                <a:r>
                  <a:rPr lang="en-US" b="1" dirty="0"/>
                  <a:t> </a:t>
                </a:r>
                <a:r>
                  <a:rPr lang="en-US" b="1" dirty="0" err="1"/>
                  <a:t>tìm</a:t>
                </a:r>
                <a:r>
                  <a:rPr lang="en-US" b="1" dirty="0"/>
                  <a:t> </a:t>
                </a:r>
                <a:r>
                  <a:rPr lang="en-US" b="1" dirty="0" err="1"/>
                  <a:t>kiếm</a:t>
                </a:r>
                <a:r>
                  <a:rPr lang="en-US" b="1" dirty="0"/>
                  <a:t> </a:t>
                </a:r>
                <a:r>
                  <a:rPr lang="en-US" b="1" dirty="0" err="1"/>
                  <a:t>mô</a:t>
                </a:r>
                <a:r>
                  <a:rPr lang="en-US" b="1" dirty="0"/>
                  <a:t> </a:t>
                </a:r>
                <a:r>
                  <a:rPr lang="en-US" b="1" dirty="0" err="1"/>
                  <a:t>phỏng</a:t>
                </a:r>
                <a:r>
                  <a:rPr lang="en-US" b="1" dirty="0"/>
                  <a:t> </a:t>
                </a:r>
                <a:r>
                  <a:rPr lang="en-US" b="1" dirty="0" err="1"/>
                  <a:t>tôi</a:t>
                </a:r>
                <a:r>
                  <a:rPr lang="en-US" b="1" dirty="0"/>
                  <a:t> ủ </a:t>
                </a:r>
                <a:r>
                  <a:rPr lang="en-US" b="1" dirty="0" err="1"/>
                  <a:t>vật</a:t>
                </a:r>
                <a:r>
                  <a:rPr lang="en-US" b="1" dirty="0"/>
                  <a:t> </a:t>
                </a:r>
                <a:r>
                  <a:rPr lang="en-US" b="1" dirty="0" err="1"/>
                  <a:t>liệu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 err="1"/>
                  <a:t>Tỷ</a:t>
                </a:r>
                <a:r>
                  <a:rPr lang="en-US" dirty="0"/>
                  <a:t> </a:t>
                </a:r>
                <a:r>
                  <a:rPr lang="en-US" dirty="0" err="1"/>
                  <a:t>lệ</a:t>
                </a:r>
                <a:r>
                  <a:rPr lang="en-US" dirty="0"/>
                  <a:t> </a:t>
                </a:r>
                <a:r>
                  <a:rPr lang="en-US" dirty="0" err="1"/>
                  <a:t>cập</a:t>
                </a:r>
                <a:r>
                  <a:rPr lang="en-US" dirty="0"/>
                  <a:t> </a:t>
                </a:r>
                <a:r>
                  <a:rPr lang="en-US" dirty="0" err="1"/>
                  <a:t>nhật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mới</a:t>
                </a:r>
                <a:r>
                  <a:rPr lang="en-US" dirty="0"/>
                  <a:t>:       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1/4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vòng</a:t>
                </a:r>
                <a:r>
                  <a:rPr lang="en-US" dirty="0"/>
                  <a:t> </a:t>
                </a:r>
                <a:r>
                  <a:rPr lang="en-US" dirty="0" err="1"/>
                  <a:t>lặp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Tỷ </a:t>
                </a:r>
                <a:r>
                  <a:rPr lang="en-US" dirty="0" err="1"/>
                  <a:t>lệ</a:t>
                </a:r>
                <a:r>
                  <a:rPr lang="en-US" dirty="0"/>
                  <a:t> </a:t>
                </a:r>
                <a:r>
                  <a:rPr lang="en-US" dirty="0" err="1"/>
                  <a:t>chấp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1/8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vòng</a:t>
                </a:r>
                <a:r>
                  <a:rPr lang="en-US" dirty="0"/>
                  <a:t> </a:t>
                </a:r>
                <a:r>
                  <a:rPr lang="en-US" dirty="0" err="1"/>
                  <a:t>lặp</a:t>
                </a:r>
                <a:r>
                  <a:rPr lang="en-US" dirty="0"/>
                  <a:t>.</a:t>
                </a:r>
              </a:p>
              <a:p>
                <a:pPr algn="just">
                  <a:buFont typeface="Cambria Math" panose="02040503050406030204" pitchFamily="18" charset="0"/>
                  <a:buChar char="⇒"/>
                </a:pP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khả</a:t>
                </a:r>
                <a:r>
                  <a:rPr lang="en-US" dirty="0"/>
                  <a:t> </a:t>
                </a:r>
                <a:r>
                  <a:rPr lang="en-US" dirty="0" err="1"/>
                  <a:t>năng</a:t>
                </a:r>
                <a:r>
                  <a:rPr lang="en-US" dirty="0"/>
                  <a:t> </a:t>
                </a:r>
                <a:r>
                  <a:rPr lang="en-US" dirty="0" err="1"/>
                  <a:t>thoát</a:t>
                </a:r>
                <a:r>
                  <a:rPr lang="en-US" dirty="0"/>
                  <a:t> </a:t>
                </a:r>
                <a:r>
                  <a:rPr lang="en-US" dirty="0" err="1"/>
                  <a:t>khỏi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cục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E23B75A-DDFD-7C31-8DD5-1F955284A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06" t="-2019" r="-1477" b="-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5D403C0-9BF9-B94A-1A4C-2C026F030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720" y="1799947"/>
            <a:ext cx="6418559" cy="267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33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1055</TotalTime>
  <Words>1465</Words>
  <Application>Microsoft Office PowerPoint</Application>
  <PresentationFormat>On-screen Show (4:3)</PresentationFormat>
  <Paragraphs>199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Lato</vt:lpstr>
      <vt:lpstr>Wingdings</vt:lpstr>
      <vt:lpstr>Office Theme</vt:lpstr>
      <vt:lpstr>PowerPoint Presentation</vt:lpstr>
      <vt:lpstr>THỐNG KÊ CÔNG VIỆC</vt:lpstr>
      <vt:lpstr>TỔNG QUAN</vt:lpstr>
      <vt:lpstr>PHÁT BIỂU BÀI TOÁN</vt:lpstr>
      <vt:lpstr>CÁC PHƯƠNG PHÁP GIẢI CHÍNH XÁC</vt:lpstr>
      <vt:lpstr>CÁC PHƯƠNG PHÁP GIẢI CHÍNH XÁC</vt:lpstr>
      <vt:lpstr>CÁC PHƯƠNG PHÁP GIẢI CHÍNH XÁC</vt:lpstr>
      <vt:lpstr>CÁC PHƯƠNG PHÁP GIẢI CHÍNH XÁC</vt:lpstr>
      <vt:lpstr>MÔ HÌNH HÓA BÀI TOÁN</vt:lpstr>
      <vt:lpstr>MÔ HÌNH HÓA BÀI TOÁN</vt:lpstr>
      <vt:lpstr>MÔ HÌNH HÓA BÀI TOÁN</vt:lpstr>
      <vt:lpstr>MÔ HÌNH HÓA BÀI TOÁN</vt:lpstr>
      <vt:lpstr>MÔ HÌNH HÓA BÀI TOÁN</vt:lpstr>
      <vt:lpstr>CÁC PHƯƠNG PHÁP THAM LAM</vt:lpstr>
      <vt:lpstr>CÁC PHƯƠNG PHÁP TÌM KIẾM CỤC BỘ</vt:lpstr>
      <vt:lpstr>CÁC PHƯƠNG PHÁP TÌM KIẾM CỤC BỘ</vt:lpstr>
      <vt:lpstr>CÁC PHƯƠNG PHÁP TÌM KIẾM CỤC BỘ</vt:lpstr>
      <vt:lpstr>KẾT QUẢ THỰC NGHIỆM</vt:lpstr>
      <vt:lpstr>KẾT QUẢ THỰC NGHIỆM</vt:lpstr>
      <vt:lpstr>KẾT QUẢ THỰC NGHIỆM</vt:lpstr>
      <vt:lpstr>KẾT QUẢ THỰC NGHIỆM</vt:lpstr>
      <vt:lpstr>KẾT QUẢ THỰC NGHIỆM</vt:lpstr>
      <vt:lpstr>KẾT QUẢ THỰC NGHIỆM</vt:lpstr>
      <vt:lpstr>KẾT QUẢ THỰC NGHIỆM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Tien Dat 20235035</cp:lastModifiedBy>
  <cp:revision>101</cp:revision>
  <dcterms:created xsi:type="dcterms:W3CDTF">2021-05-28T04:32:29Z</dcterms:created>
  <dcterms:modified xsi:type="dcterms:W3CDTF">2026-06-18T01:35:09Z</dcterms:modified>
</cp:coreProperties>
</file>